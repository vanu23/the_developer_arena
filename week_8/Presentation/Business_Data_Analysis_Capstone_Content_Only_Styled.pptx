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9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562" y="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433014" y="2951946"/>
            <a:ext cx="119963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3F4F6"/>
                </a:solidFill>
              </a:defRPr>
            </a:pPr>
            <a:r>
              <a:rPr sz="4800" dirty="0"/>
              <a:t>Business Data Analysis Capstone</a:t>
            </a:r>
          </a:p>
          <a:p>
            <a:pPr algn="ctr">
              <a:defRPr sz="1800">
                <a:solidFill>
                  <a:srgbClr val="F3F4F6"/>
                </a:solidFill>
              </a:defRPr>
            </a:pPr>
            <a:r>
              <a:rPr sz="2400" dirty="0"/>
              <a:t>Sales • Customer Churn • House Prices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834572" y="572087"/>
            <a:ext cx="108131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4612" y="1698172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End-to-end analytics across three business domains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EDA, statistics, and regression for insights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Actionable recommendations for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59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2497540" y="578665"/>
            <a:ext cx="137705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Datasets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4651" y="1943826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Sales: revenue &amp; performance drivers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Customer Churn: retention and risk factors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House Prices: real-estate price determinants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2469" y="3075057"/>
            <a:ext cx="42432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3F4F6"/>
                </a:solidFill>
              </a:defRPr>
            </a:pPr>
            <a:r>
              <a:rPr sz="4000" dirty="0"/>
              <a:t>Sales Data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178" y="449580"/>
            <a:ext cx="6657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Sales —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178" y="1567458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Understand sales performance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Identify revenue drivers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Improve pricing &amp; marketing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769256" y="548640"/>
            <a:ext cx="117420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Sales —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296" y="1785759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Handled missing &amp; duplicate values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Corrected data types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Standardized numerical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60320" y="200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rPr dirty="0"/>
              <a:t>Sales — EDA (placeholders)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34" y="960160"/>
            <a:ext cx="4253966" cy="27914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01" y="3927210"/>
            <a:ext cx="4724400" cy="2755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960160"/>
            <a:ext cx="4063999" cy="2791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-3084395" y="548640"/>
            <a:ext cx="148214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827"/>
                </a:solidFill>
              </a:defRPr>
            </a:pPr>
            <a:r>
              <a:rPr dirty="0"/>
              <a:t>Sales — Regression (placeholders)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9" y="1725927"/>
            <a:ext cx="8997281" cy="4079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3773" y="615881"/>
            <a:ext cx="55893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Sales —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693" y="1785759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Few products drive most revenue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Strong variable relationships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Supports targeted strategies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7599" y="2813447"/>
            <a:ext cx="73442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3F4F6"/>
                </a:solidFill>
              </a:defRPr>
            </a:pPr>
            <a:r>
              <a:rPr dirty="0"/>
              <a:t>Customer Churn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114" y="0"/>
            <a:ext cx="90278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767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913" y="539322"/>
            <a:ext cx="72482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Churn —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0536" y="1647798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Identify customers likely to churn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Reduce attrition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Improve retention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629" y="0"/>
            <a:ext cx="901337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1466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89387" y="523101"/>
            <a:ext cx="6273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Churn —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543" y="154432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Encoded categorical variables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Scaled numerical features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Handled missing values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3457" y="125473"/>
            <a:ext cx="11013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827"/>
                </a:solidFill>
              </a:defRPr>
            </a:pPr>
            <a:r>
              <a:rPr dirty="0"/>
              <a:t>Churn — EDA (placeholders)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78" y="934665"/>
            <a:ext cx="3847422" cy="27610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4042816"/>
            <a:ext cx="4203699" cy="2611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34664"/>
            <a:ext cx="4254500" cy="2761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Churn — Regression (placeholders)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7300"/>
            <a:ext cx="9143999" cy="520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624366"/>
            <a:ext cx="8605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Churn —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179" y="1772249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Clear churn drivers identified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Early risk detection possible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Enables proactive retention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80522" y="0"/>
            <a:ext cx="1540923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422281" y="3121223"/>
            <a:ext cx="9892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3F4F6"/>
                </a:solidFill>
              </a:defRPr>
            </a:pPr>
            <a:r>
              <a:rPr sz="4800" dirty="0"/>
              <a:t>House Prices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1284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2975212" y="548640"/>
            <a:ext cx="14222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House Prices —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93948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Understand price determinants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Predict prices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Support real-estate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3084394" y="548640"/>
            <a:ext cx="143315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House Prices —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406" y="1651278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Removed outliers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Handled missing values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Normalized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698655" y="269260"/>
            <a:ext cx="14263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827"/>
                </a:solidFill>
              </a:defRPr>
            </a:pPr>
            <a:r>
              <a:rPr dirty="0"/>
              <a:t>House Prices — EDA (placeholders)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27" y="921165"/>
            <a:ext cx="4400297" cy="27720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800" y="3987136"/>
            <a:ext cx="4279900" cy="26422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44" y="921164"/>
            <a:ext cx="3782856" cy="27720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497540" y="548640"/>
            <a:ext cx="13744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827"/>
                </a:solidFill>
              </a:defRPr>
            </a:pPr>
            <a:r>
              <a:rPr dirty="0"/>
              <a:t>House Prices — Regression (placeholders)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60501"/>
            <a:ext cx="9144000" cy="478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3138985" y="548640"/>
            <a:ext cx="143861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House Prices —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87" y="1785759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Key features dominate pricing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Linear relationships observed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Supports valuation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2491399" y="548640"/>
            <a:ext cx="141267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Combined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22" y="1651278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Data-driven decisions outperform intuition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Statistical validation builds confidence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Use models for forecasting &amp; planning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2715904" y="548640"/>
            <a:ext cx="139630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1504" y="1651278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End-to-end analytics demonstrated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Business insights delivered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dirty="0"/>
              <a:t>• Ready for real-world deployment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292</Words>
  <Application>Microsoft Office PowerPoint</Application>
  <PresentationFormat>On-screen Show (4:3)</PresentationFormat>
  <Paragraphs>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16</cp:revision>
  <dcterms:created xsi:type="dcterms:W3CDTF">2013-01-27T09:14:16Z</dcterms:created>
  <dcterms:modified xsi:type="dcterms:W3CDTF">2026-01-08T09:16:30Z</dcterms:modified>
  <cp:category/>
</cp:coreProperties>
</file>